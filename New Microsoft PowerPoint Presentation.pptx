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9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DA518-A812-473D-8CF6-73B29D0EB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DE86F3-6582-4C40-A702-31F0D95CD1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5A66F-D3E8-4AF9-B55F-FE1BCCABB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AB9A9-75FA-49A2-9D13-82D4C83D617F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3F306-5C39-432A-BF77-D3D4D5745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94DCB-5006-4E97-AE0F-1384D945C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DABB4-FF92-451D-89F1-485E8C155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747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05507-A9A1-498A-B64B-0D080B111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FDD1F-8B75-4DBB-8753-45D3FF114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FEB29-0C24-42A9-A545-AAE232DD9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AB9A9-75FA-49A2-9D13-82D4C83D617F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4829B-593B-487E-BAE6-5489A02EE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E9A0A-9AD9-4BA5-B579-E240F9E89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DABB4-FF92-451D-89F1-485E8C155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876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6FB07-4C39-46A6-BFDB-ADECBA583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53F1AD-9F0F-4DD2-92AC-07B6F818D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D973E-4ADA-4870-9ADA-91CF9D3FE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AB9A9-75FA-49A2-9D13-82D4C83D617F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A5E53-F8B6-4519-B227-E0ADA3F6E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E3659-7F33-4808-93E3-494020618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DABB4-FF92-451D-89F1-485E8C155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620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475D0-D840-46B5-917B-65D1D274D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BFECA-7860-4028-B202-D149919941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C3EF4A-CF91-4B1A-9EFB-C89687DC8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CBA82-244C-40CF-B7BC-D68AF7B7A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AB9A9-75FA-49A2-9D13-82D4C83D617F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99E5A-D7E3-4E3C-BAD0-D3A6CC6C8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23BA1A-C8C2-4F67-97D6-6F4AD27A3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DABB4-FF92-451D-89F1-485E8C155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650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95F89-1B6D-4280-BE16-D43DEF8AC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5EC169-89F5-43F9-A425-C6321A9A46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D39AE1-1CCA-4585-B88C-C74EFDFA47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6C56A7-302B-4BCA-BDB7-5F6B797722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2E947D-7E5D-4C91-80DD-2F0E1C4231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802F97-6830-41B6-AADF-17636EFF9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AB9A9-75FA-49A2-9D13-82D4C83D617F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E2B24B-9C8D-42E6-8DC8-112073EA9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E574B0-2FF3-464D-9B32-88847DFB3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DABB4-FF92-451D-89F1-485E8C155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874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2717A-F5BF-4F03-8777-B3E8EE812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876C8E-9C02-4F31-893B-F5735A937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AB9A9-75FA-49A2-9D13-82D4C83D617F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403777-0106-4ED7-B727-836277E3D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9D394E-99EA-4715-9D11-782704721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DABB4-FF92-451D-89F1-485E8C155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335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FF26A7-BF5C-4D38-941B-0C25B836F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AB9A9-75FA-49A2-9D13-82D4C83D617F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7ADED6-1810-47F2-A3A6-0B16AEF02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997A0-5B64-4D6E-9AD6-8D223B8FA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DABB4-FF92-451D-89F1-485E8C155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099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71F0D-CCDA-4654-A97B-80D59AB6E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92E51-B809-4889-8F11-3253F79EB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4B6C58-D423-4104-B352-F6215BB987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255949-8187-430F-917A-ACEF0522D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AB9A9-75FA-49A2-9D13-82D4C83D617F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8BCBBF-4EE1-4346-B49D-F644FB7FE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C4D869-2B3D-487C-827E-BD4D46875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DABB4-FF92-451D-89F1-485E8C155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614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5E831-E905-44CB-B2D2-CC78EC86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C29606-8D28-4709-90D0-B40257FD3A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35D93C-4192-4EB4-ACC4-26B0E49E34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8D77AB-09AE-46B8-A7FE-8182721ED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AB9A9-75FA-49A2-9D13-82D4C83D617F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D67FFE-58FE-4772-BB37-8D738EDF4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7061CA-F363-4738-AE53-9E7ACD5FB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DABB4-FF92-451D-89F1-485E8C155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940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AE7BD-5B1D-4724-B9D4-14275B5D5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C0DB6F-6646-4544-B845-E40B78E45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9AF21-49A9-42A7-BF8D-46D393E19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AB9A9-75FA-49A2-9D13-82D4C83D617F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25544-48C9-403C-81D4-3F7F265B6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15D49-FF0B-47B4-B9AA-29D03EB72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DABB4-FF92-451D-89F1-485E8C155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72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797B48-AB12-4F8E-A375-B48B1D3121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30EA04-04C9-4126-96D9-D73B5E0793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8F4E9-8B19-440B-88F0-706965DA9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AB9A9-75FA-49A2-9D13-82D4C83D617F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776DD-79F0-4A6D-8B74-1C01114F9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3938F-5269-4393-A761-01B2F2B28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DABB4-FF92-451D-89F1-485E8C155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78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71D63E-E74E-4DCA-90FC-8294713C1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29535-7C32-4DCC-8E8E-EB68A4FA6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63700-F769-43AE-A132-E7A1575853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9AB9A9-75FA-49A2-9D13-82D4C83D617F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B57CA-66C6-4A29-9757-0374C62870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51C5D-E5DF-4834-AF94-D9B06D3A85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7DABB4-FF92-451D-89F1-485E8C155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608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AB3293A7-1A22-4358-B3C4-F64A23D2438D}"/>
              </a:ext>
            </a:extLst>
          </p:cNvPr>
          <p:cNvGrpSpPr/>
          <p:nvPr/>
        </p:nvGrpSpPr>
        <p:grpSpPr>
          <a:xfrm>
            <a:off x="3244115" y="4187544"/>
            <a:ext cx="5708034" cy="2152499"/>
            <a:chOff x="3121460" y="4519973"/>
            <a:chExt cx="5708034" cy="215249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4A4E91C-C727-42C6-BBC7-3DFB6A6124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21460" y="4734114"/>
              <a:ext cx="833924" cy="116310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0B94B5D-854A-47CB-A771-D7D900579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6282" y="4519973"/>
              <a:ext cx="833924" cy="116107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0E2D9E7-7631-4065-A36A-7A38713B7D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71104" y="4737915"/>
              <a:ext cx="833924" cy="115550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04AA534-D5C3-4015-AA26-46C6F6E6DA9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45926" y="4734114"/>
              <a:ext cx="833923" cy="1163104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EE8E501-B90C-43DC-82AF-F5E8467E6EC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20748" y="4737915"/>
              <a:ext cx="833924" cy="1155502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6026984-0329-4C3E-9FD9-E65078F7992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95570" y="4735127"/>
              <a:ext cx="833924" cy="1161078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AD1A50E-7F10-4AFB-B8C5-FBDEBEBEBD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71104" y="4996333"/>
              <a:ext cx="833924" cy="1155502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5680E95-2708-49FF-860A-138032E12FE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46109" y="4992532"/>
              <a:ext cx="833557" cy="1163104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E55EAD0-3011-48E3-B264-882C8521D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20748" y="4992532"/>
              <a:ext cx="833923" cy="1163104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CD94C23-35F0-4323-A005-E78160717C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45926" y="5251963"/>
              <a:ext cx="833924" cy="1161078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E0E0F7F-25EE-4D03-AC3E-78C104312E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49340" y="5509368"/>
              <a:ext cx="827096" cy="1163104"/>
            </a:xfrm>
            <a:prstGeom prst="rect">
              <a:avLst/>
            </a:prstGeom>
          </p:spPr>
        </p:pic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86399D44-C3D5-4D89-9DEA-9E7189DC3683}"/>
              </a:ext>
            </a:extLst>
          </p:cNvPr>
          <p:cNvGrpSpPr/>
          <p:nvPr/>
        </p:nvGrpSpPr>
        <p:grpSpPr>
          <a:xfrm>
            <a:off x="3715755" y="2840925"/>
            <a:ext cx="4748983" cy="1176149"/>
            <a:chOff x="3208042" y="2878922"/>
            <a:chExt cx="4748983" cy="1176149"/>
          </a:xfrm>
        </p:grpSpPr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2EFAA9C1-4AB4-46F9-9F63-3CD4B12DD7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3208042" y="2891966"/>
              <a:ext cx="828952" cy="1163104"/>
            </a:xfrm>
            <a:prstGeom prst="rect">
              <a:avLst/>
            </a:prstGeom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34CC48C1-1791-491E-AC29-E990457A4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4193711" y="2891967"/>
              <a:ext cx="833557" cy="1163104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1C4C2334-BDCD-47DD-8C4E-1B4AC4C65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5155201" y="2881116"/>
              <a:ext cx="833924" cy="1158716"/>
            </a:xfrm>
            <a:prstGeom prst="rect">
              <a:avLst/>
            </a:prstGeom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F12F6641-0BAB-42A4-B799-29B1200C48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6150911" y="2878922"/>
              <a:ext cx="828952" cy="1163104"/>
            </a:xfrm>
            <a:prstGeom prst="rect">
              <a:avLst/>
            </a:prstGeom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635A5DCF-8034-4495-A791-653DC19917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7144004" y="2894161"/>
              <a:ext cx="813021" cy="1158716"/>
            </a:xfrm>
            <a:prstGeom prst="rect">
              <a:avLst/>
            </a:prstGeom>
          </p:spPr>
        </p:pic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EB9DC492-9388-447B-9A9F-4AFFDAB60EB1}"/>
              </a:ext>
            </a:extLst>
          </p:cNvPr>
          <p:cNvGrpSpPr/>
          <p:nvPr/>
        </p:nvGrpSpPr>
        <p:grpSpPr>
          <a:xfrm rot="10800000">
            <a:off x="3173666" y="515662"/>
            <a:ext cx="5708034" cy="2152499"/>
            <a:chOff x="3121460" y="4519973"/>
            <a:chExt cx="5708034" cy="2152499"/>
          </a:xfrm>
        </p:grpSpPr>
        <p:pic>
          <p:nvPicPr>
            <p:cNvPr id="97" name="Picture 96">
              <a:extLst>
                <a:ext uri="{FF2B5EF4-FFF2-40B4-BE49-F238E27FC236}">
                  <a16:creationId xmlns:a16="http://schemas.microsoft.com/office/drawing/2014/main" id="{7117C829-01DF-467B-A40C-7EFA151543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21460" y="4734114"/>
              <a:ext cx="833924" cy="1163104"/>
            </a:xfrm>
            <a:prstGeom prst="rect">
              <a:avLst/>
            </a:prstGeom>
          </p:spPr>
        </p:pic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2AAA610F-A522-4745-92A8-2ED95003D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6282" y="4519973"/>
              <a:ext cx="833924" cy="1161078"/>
            </a:xfrm>
            <a:prstGeom prst="rect">
              <a:avLst/>
            </a:prstGeom>
          </p:spPr>
        </p:pic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4E96DF68-E35A-4FAB-85CB-5CB84441A3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71104" y="4737915"/>
              <a:ext cx="833924" cy="1155502"/>
            </a:xfrm>
            <a:prstGeom prst="rect">
              <a:avLst/>
            </a:prstGeom>
          </p:spPr>
        </p:pic>
        <p:pic>
          <p:nvPicPr>
            <p:cNvPr id="100" name="Picture 99">
              <a:extLst>
                <a:ext uri="{FF2B5EF4-FFF2-40B4-BE49-F238E27FC236}">
                  <a16:creationId xmlns:a16="http://schemas.microsoft.com/office/drawing/2014/main" id="{33CC27F7-5047-461C-B4A4-D3237D118E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45926" y="4734114"/>
              <a:ext cx="833923" cy="1163104"/>
            </a:xfrm>
            <a:prstGeom prst="rect">
              <a:avLst/>
            </a:prstGeom>
          </p:spPr>
        </p:pic>
        <p:pic>
          <p:nvPicPr>
            <p:cNvPr id="101" name="Picture 100">
              <a:extLst>
                <a:ext uri="{FF2B5EF4-FFF2-40B4-BE49-F238E27FC236}">
                  <a16:creationId xmlns:a16="http://schemas.microsoft.com/office/drawing/2014/main" id="{1752C487-B3E5-42A5-8248-66AB1455F5B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20748" y="4737915"/>
              <a:ext cx="833924" cy="1155502"/>
            </a:xfrm>
            <a:prstGeom prst="rect">
              <a:avLst/>
            </a:prstGeom>
          </p:spPr>
        </p:pic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88581032-4EF3-4056-A07C-72AF8B8BFA3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95570" y="4735127"/>
              <a:ext cx="833924" cy="1161078"/>
            </a:xfrm>
            <a:prstGeom prst="rect">
              <a:avLst/>
            </a:prstGeom>
          </p:spPr>
        </p:pic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7012A409-6C19-49D1-8072-76B373A45B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71104" y="4996333"/>
              <a:ext cx="833924" cy="1155502"/>
            </a:xfrm>
            <a:prstGeom prst="rect">
              <a:avLst/>
            </a:prstGeom>
          </p:spPr>
        </p:pic>
        <p:pic>
          <p:nvPicPr>
            <p:cNvPr id="104" name="Picture 103">
              <a:extLst>
                <a:ext uri="{FF2B5EF4-FFF2-40B4-BE49-F238E27FC236}">
                  <a16:creationId xmlns:a16="http://schemas.microsoft.com/office/drawing/2014/main" id="{1CFFFC9B-CBA0-4CB2-9D46-25DF3DD96C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46109" y="4992532"/>
              <a:ext cx="833557" cy="1163104"/>
            </a:xfrm>
            <a:prstGeom prst="rect">
              <a:avLst/>
            </a:prstGeom>
          </p:spPr>
        </p:pic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AE456456-E993-4011-8C32-9837E9CFFC9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20748" y="4992532"/>
              <a:ext cx="833923" cy="1163104"/>
            </a:xfrm>
            <a:prstGeom prst="rect">
              <a:avLst/>
            </a:prstGeom>
          </p:spPr>
        </p:pic>
        <p:pic>
          <p:nvPicPr>
            <p:cNvPr id="106" name="Picture 105">
              <a:extLst>
                <a:ext uri="{FF2B5EF4-FFF2-40B4-BE49-F238E27FC236}">
                  <a16:creationId xmlns:a16="http://schemas.microsoft.com/office/drawing/2014/main" id="{C85962F8-6333-4D2D-B683-828E551F64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45926" y="5251963"/>
              <a:ext cx="833924" cy="1161078"/>
            </a:xfrm>
            <a:prstGeom prst="rect">
              <a:avLst/>
            </a:prstGeom>
          </p:spPr>
        </p:pic>
        <p:pic>
          <p:nvPicPr>
            <p:cNvPr id="107" name="Picture 106">
              <a:extLst>
                <a:ext uri="{FF2B5EF4-FFF2-40B4-BE49-F238E27FC236}">
                  <a16:creationId xmlns:a16="http://schemas.microsoft.com/office/drawing/2014/main" id="{DAA5967C-E701-4BE5-B0E1-3C3D537FA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49340" y="5509368"/>
              <a:ext cx="827096" cy="1163104"/>
            </a:xfrm>
            <a:prstGeom prst="rect">
              <a:avLst/>
            </a:prstGeom>
          </p:spPr>
        </p:pic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15B26AA3-E78D-43EC-B70B-EA33EDA02EB3}"/>
              </a:ext>
            </a:extLst>
          </p:cNvPr>
          <p:cNvGrpSpPr/>
          <p:nvPr/>
        </p:nvGrpSpPr>
        <p:grpSpPr>
          <a:xfrm rot="16200000">
            <a:off x="7583528" y="2359271"/>
            <a:ext cx="5708034" cy="2152499"/>
            <a:chOff x="3121460" y="4519973"/>
            <a:chExt cx="5708034" cy="2152499"/>
          </a:xfrm>
        </p:grpSpPr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33C6585C-252C-4191-A640-CFACB0EF80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21460" y="4734114"/>
              <a:ext cx="833924" cy="1163104"/>
            </a:xfrm>
            <a:prstGeom prst="rect">
              <a:avLst/>
            </a:prstGeom>
          </p:spPr>
        </p:pic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C6198810-C19A-40B8-A7FA-14EF86871D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6282" y="4519973"/>
              <a:ext cx="833924" cy="1161078"/>
            </a:xfrm>
            <a:prstGeom prst="rect">
              <a:avLst/>
            </a:prstGeom>
          </p:spPr>
        </p:pic>
        <p:pic>
          <p:nvPicPr>
            <p:cNvPr id="111" name="Picture 110">
              <a:extLst>
                <a:ext uri="{FF2B5EF4-FFF2-40B4-BE49-F238E27FC236}">
                  <a16:creationId xmlns:a16="http://schemas.microsoft.com/office/drawing/2014/main" id="{AC808045-EBFD-4F72-9155-43518EA43F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71104" y="4737915"/>
              <a:ext cx="833924" cy="1155502"/>
            </a:xfrm>
            <a:prstGeom prst="rect">
              <a:avLst/>
            </a:prstGeom>
          </p:spPr>
        </p:pic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6894B76B-F5BD-4575-ACB6-C4141BA64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45926" y="4734114"/>
              <a:ext cx="833923" cy="1163104"/>
            </a:xfrm>
            <a:prstGeom prst="rect">
              <a:avLst/>
            </a:prstGeom>
          </p:spPr>
        </p:pic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56E4A6F4-12E0-4F55-9057-BB3DBF49F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20748" y="4737915"/>
              <a:ext cx="833924" cy="1155502"/>
            </a:xfrm>
            <a:prstGeom prst="rect">
              <a:avLst/>
            </a:prstGeom>
          </p:spPr>
        </p:pic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FF612A21-F105-4ED9-A655-AADAFFA1CE3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95570" y="4735127"/>
              <a:ext cx="833924" cy="1161078"/>
            </a:xfrm>
            <a:prstGeom prst="rect">
              <a:avLst/>
            </a:prstGeom>
          </p:spPr>
        </p:pic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7E8F6B40-82C0-4269-8D17-AEAB35B4744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71104" y="4996333"/>
              <a:ext cx="833924" cy="1155502"/>
            </a:xfrm>
            <a:prstGeom prst="rect">
              <a:avLst/>
            </a:prstGeom>
          </p:spPr>
        </p:pic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13CD00BD-4FFF-4242-8BE4-DB05861B4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46109" y="4992532"/>
              <a:ext cx="833557" cy="1163104"/>
            </a:xfrm>
            <a:prstGeom prst="rect">
              <a:avLst/>
            </a:prstGeom>
          </p:spPr>
        </p:pic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BEB5B92E-701E-451E-B674-3DAFF33CED5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20748" y="4992532"/>
              <a:ext cx="833923" cy="1163104"/>
            </a:xfrm>
            <a:prstGeom prst="rect">
              <a:avLst/>
            </a:prstGeom>
          </p:spPr>
        </p:pic>
        <p:pic>
          <p:nvPicPr>
            <p:cNvPr id="118" name="Picture 117">
              <a:extLst>
                <a:ext uri="{FF2B5EF4-FFF2-40B4-BE49-F238E27FC236}">
                  <a16:creationId xmlns:a16="http://schemas.microsoft.com/office/drawing/2014/main" id="{780E0AA9-CEB0-414C-8D3E-8309CBD615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45926" y="5251963"/>
              <a:ext cx="833924" cy="1161078"/>
            </a:xfrm>
            <a:prstGeom prst="rect">
              <a:avLst/>
            </a:prstGeom>
          </p:spPr>
        </p:pic>
        <p:pic>
          <p:nvPicPr>
            <p:cNvPr id="119" name="Picture 118">
              <a:extLst>
                <a:ext uri="{FF2B5EF4-FFF2-40B4-BE49-F238E27FC236}">
                  <a16:creationId xmlns:a16="http://schemas.microsoft.com/office/drawing/2014/main" id="{1A102BF0-1B51-4C3C-9E58-5962499E8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49340" y="5509368"/>
              <a:ext cx="827096" cy="1163104"/>
            </a:xfrm>
            <a:prstGeom prst="rect">
              <a:avLst/>
            </a:prstGeom>
          </p:spPr>
        </p:pic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C7AA6B2E-1456-40F4-940C-237687082A1E}"/>
              </a:ext>
            </a:extLst>
          </p:cNvPr>
          <p:cNvGrpSpPr/>
          <p:nvPr/>
        </p:nvGrpSpPr>
        <p:grpSpPr>
          <a:xfrm rot="5400000">
            <a:off x="-1094486" y="2285407"/>
            <a:ext cx="5708034" cy="2152499"/>
            <a:chOff x="3121460" y="4519973"/>
            <a:chExt cx="5708034" cy="2152499"/>
          </a:xfrm>
        </p:grpSpPr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92B3A203-4DB6-4F4A-84F7-21D6651260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21460" y="4734114"/>
              <a:ext cx="833924" cy="1163104"/>
            </a:xfrm>
            <a:prstGeom prst="rect">
              <a:avLst/>
            </a:prstGeom>
          </p:spPr>
        </p:pic>
        <p:pic>
          <p:nvPicPr>
            <p:cNvPr id="122" name="Picture 121">
              <a:extLst>
                <a:ext uri="{FF2B5EF4-FFF2-40B4-BE49-F238E27FC236}">
                  <a16:creationId xmlns:a16="http://schemas.microsoft.com/office/drawing/2014/main" id="{A882FDAD-F6BD-4555-BE5A-752B00C370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6282" y="4519973"/>
              <a:ext cx="833924" cy="1161078"/>
            </a:xfrm>
            <a:prstGeom prst="rect">
              <a:avLst/>
            </a:prstGeom>
          </p:spPr>
        </p:pic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2EB9C688-A6B8-438A-851D-212AC88F17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71104" y="4737915"/>
              <a:ext cx="833924" cy="1155502"/>
            </a:xfrm>
            <a:prstGeom prst="rect">
              <a:avLst/>
            </a:prstGeom>
          </p:spPr>
        </p:pic>
        <p:pic>
          <p:nvPicPr>
            <p:cNvPr id="124" name="Picture 123">
              <a:extLst>
                <a:ext uri="{FF2B5EF4-FFF2-40B4-BE49-F238E27FC236}">
                  <a16:creationId xmlns:a16="http://schemas.microsoft.com/office/drawing/2014/main" id="{5B54A815-1A6B-42CC-8657-B6339172F7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45926" y="4734114"/>
              <a:ext cx="833923" cy="1163104"/>
            </a:xfrm>
            <a:prstGeom prst="rect">
              <a:avLst/>
            </a:prstGeom>
          </p:spPr>
        </p:pic>
        <p:pic>
          <p:nvPicPr>
            <p:cNvPr id="125" name="Picture 124">
              <a:extLst>
                <a:ext uri="{FF2B5EF4-FFF2-40B4-BE49-F238E27FC236}">
                  <a16:creationId xmlns:a16="http://schemas.microsoft.com/office/drawing/2014/main" id="{782F6B84-332B-49D6-86A9-3B67ABC51A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20748" y="4737915"/>
              <a:ext cx="833924" cy="1155502"/>
            </a:xfrm>
            <a:prstGeom prst="rect">
              <a:avLst/>
            </a:prstGeom>
          </p:spPr>
        </p:pic>
        <p:pic>
          <p:nvPicPr>
            <p:cNvPr id="126" name="Picture 125">
              <a:extLst>
                <a:ext uri="{FF2B5EF4-FFF2-40B4-BE49-F238E27FC236}">
                  <a16:creationId xmlns:a16="http://schemas.microsoft.com/office/drawing/2014/main" id="{DF6A9AC1-4531-4DFD-A056-8DE43C6FB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95570" y="4735127"/>
              <a:ext cx="833924" cy="1161078"/>
            </a:xfrm>
            <a:prstGeom prst="rect">
              <a:avLst/>
            </a:prstGeom>
          </p:spPr>
        </p:pic>
        <p:pic>
          <p:nvPicPr>
            <p:cNvPr id="127" name="Picture 126">
              <a:extLst>
                <a:ext uri="{FF2B5EF4-FFF2-40B4-BE49-F238E27FC236}">
                  <a16:creationId xmlns:a16="http://schemas.microsoft.com/office/drawing/2014/main" id="{43B2F7D2-44D4-464D-809D-0C64151BE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71104" y="4996333"/>
              <a:ext cx="833924" cy="1155502"/>
            </a:xfrm>
            <a:prstGeom prst="rect">
              <a:avLst/>
            </a:prstGeom>
          </p:spPr>
        </p:pic>
        <p:pic>
          <p:nvPicPr>
            <p:cNvPr id="128" name="Picture 127">
              <a:extLst>
                <a:ext uri="{FF2B5EF4-FFF2-40B4-BE49-F238E27FC236}">
                  <a16:creationId xmlns:a16="http://schemas.microsoft.com/office/drawing/2014/main" id="{F7892A2E-AFC5-4B70-A8DB-FF93A808DCB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46109" y="4992532"/>
              <a:ext cx="833557" cy="1163104"/>
            </a:xfrm>
            <a:prstGeom prst="rect">
              <a:avLst/>
            </a:prstGeom>
          </p:spPr>
        </p:pic>
        <p:pic>
          <p:nvPicPr>
            <p:cNvPr id="129" name="Picture 128">
              <a:extLst>
                <a:ext uri="{FF2B5EF4-FFF2-40B4-BE49-F238E27FC236}">
                  <a16:creationId xmlns:a16="http://schemas.microsoft.com/office/drawing/2014/main" id="{F974E174-AFCA-4652-A113-323F4A74010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20748" y="4992532"/>
              <a:ext cx="833923" cy="1163104"/>
            </a:xfrm>
            <a:prstGeom prst="rect">
              <a:avLst/>
            </a:prstGeom>
          </p:spPr>
        </p:pic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4A895A91-DFEB-424C-AA7D-36A0B0BFE9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45926" y="5251963"/>
              <a:ext cx="833924" cy="1161078"/>
            </a:xfrm>
            <a:prstGeom prst="rect">
              <a:avLst/>
            </a:prstGeom>
          </p:spPr>
        </p:pic>
        <p:pic>
          <p:nvPicPr>
            <p:cNvPr id="131" name="Picture 130">
              <a:extLst>
                <a:ext uri="{FF2B5EF4-FFF2-40B4-BE49-F238E27FC236}">
                  <a16:creationId xmlns:a16="http://schemas.microsoft.com/office/drawing/2014/main" id="{F9CFDD13-40F3-4112-AC1B-38EB59117B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49340" y="5509368"/>
              <a:ext cx="827096" cy="11631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93960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Danito</dc:creator>
  <cp:lastModifiedBy>Danito</cp:lastModifiedBy>
  <cp:revision>3</cp:revision>
  <dcterms:created xsi:type="dcterms:W3CDTF">2025-01-06T00:30:10Z</dcterms:created>
  <dcterms:modified xsi:type="dcterms:W3CDTF">2025-01-06T01:01:28Z</dcterms:modified>
</cp:coreProperties>
</file>