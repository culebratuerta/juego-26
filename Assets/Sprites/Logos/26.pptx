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0C59-B8D0-43F2-9283-1E02D44F3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382D6-9EF4-4787-9379-6AA795524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1B5CD-17D8-43BA-BABE-01A4225E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E5192-CEC0-45F9-8079-283A57B6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9AD0-75ED-46AE-BAF6-DE9D8FD1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4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4055-B1F6-41A3-B8C9-469C4E6D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797C-C0AB-4233-90E5-C1C593F0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0EF13-6B40-44B2-884F-192CFA9D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84C89-DE2C-4CE5-BBC8-80E3FD15F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2E36-89A8-43B7-B0A1-1133B60D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02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1EFD0-6004-40BC-935B-7159797A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F4A2B-5F26-40C3-A9E1-F318B5222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722CF-9DB0-4960-ABF7-053723D51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626D7-763F-4EA0-846F-35DACDF3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2613-C3FE-4B22-BCD6-B9AE0600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4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1314-C035-4684-A088-81F3E91F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A102-2E40-4430-896D-FC50B4DBD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C806F-CDBD-43E6-9046-3C7A1C871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AE697-C1BA-4997-9692-005743B3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2673F-56F2-4394-BB90-F35331F70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6402F-1542-43FD-806F-7552F8D1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5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9546-D828-4557-9BEF-8669368C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EE037-F876-478B-90F8-56B7E5F3B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BEE9E-A8EC-479C-96FF-22BFF56B9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76CB9-471F-4E11-9375-B5F72619E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3C3B1-9C45-4492-B163-0ABB6206A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247E9-8B7A-47DD-833D-98981A64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9AA2A1-4D5E-429E-BA1A-FE14130F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EA041-6981-4487-A90A-C25D83BD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1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328D-3BE5-42F5-954E-2D517E02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FD35D-7C9C-4F7D-A053-26D71547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9B33D-9FF6-4D75-B27E-142E1DFE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BAC7C-9892-488F-89A1-06D26904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7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36628-3645-46CA-A740-9D26518C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77CD9-70EA-4B64-A03C-0965BB46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2EEF8-EE2C-4E6E-8991-4AECE34A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7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E747-F6DC-45A1-980A-2D639AEF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ED0ED-3067-46B2-9AE7-B36F5D465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EFE29-0B15-40AA-AAE7-2E25F427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8637C-F2EC-42F7-98AA-1890CA0B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E0409-0291-48B8-8FC7-916A8A83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12242-8EAA-4764-B09E-ECFBB5CE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9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9031-115F-429E-8DE6-4B5EA305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0FF8D-4E58-47D7-8BD0-3187F6897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E2DC5-F28D-4DC9-92F0-0C48D66B1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892B9-C23C-49C3-913A-14006FB8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0BB20-6D66-4FFF-933D-AAAF0940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5CFF9-0BEE-4356-8212-1AFA2066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1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3A12-6F69-4E8C-80D6-5FBABDBC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726C9-FE0A-4BEF-A3F5-68E1225A9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66342-411A-4E05-AAED-C280CFB33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EA29F-B5B3-45A3-9FC3-85DBBEF7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C2FA1-063C-41CF-BB5E-75739A73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DD035-0D66-4555-9C46-2CCE9A06F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78781-2DFE-4FDE-9BAC-F48F22650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0CE9-0DED-4AF0-80D8-AFCC0B0B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623D2-61C1-40C7-81EE-6C573AC0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2C3E-4E17-42F3-A368-1690A513A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2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AF60B-2F54-4B8E-BA9F-9C989639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9A2C-8146-42AF-8A62-AA12570BB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4BDF-B92F-4752-AAD4-B78A8BE22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14FDD-9498-4E18-AE95-FDEF0F67384B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C82E-3079-4E92-B0F8-7F4CC68FD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14A31-77E1-4C6F-B68B-8960C056F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EF230-D3D8-4823-B2D2-A86590A6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6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vectors/search/diamante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70026A8-2312-4CC2-9A1E-3AF26EB2AE75}"/>
              </a:ext>
            </a:extLst>
          </p:cNvPr>
          <p:cNvGrpSpPr/>
          <p:nvPr/>
        </p:nvGrpSpPr>
        <p:grpSpPr>
          <a:xfrm>
            <a:off x="2996222" y="1799192"/>
            <a:ext cx="5301538" cy="3983352"/>
            <a:chOff x="2996222" y="1799192"/>
            <a:chExt cx="5301538" cy="398335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2B7A4C8-ECB4-4224-BBD5-D0B2A498BC74}"/>
                </a:ext>
              </a:extLst>
            </p:cNvPr>
            <p:cNvGrpSpPr/>
            <p:nvPr/>
          </p:nvGrpSpPr>
          <p:grpSpPr>
            <a:xfrm rot="21021340">
              <a:off x="2996222" y="1799192"/>
              <a:ext cx="2751776" cy="3622090"/>
              <a:chOff x="1980022" y="1606857"/>
              <a:chExt cx="2751776" cy="362209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6541F5C-C400-4BE3-8DB4-E43A0BA66270}"/>
                  </a:ext>
                </a:extLst>
              </p:cNvPr>
              <p:cNvSpPr/>
              <p:nvPr/>
            </p:nvSpPr>
            <p:spPr>
              <a:xfrm>
                <a:off x="2308194" y="1606857"/>
                <a:ext cx="2423604" cy="3622090"/>
              </a:xfrm>
              <a:prstGeom prst="roundRect">
                <a:avLst>
                  <a:gd name="adj" fmla="val 4213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DACC58-85EF-442B-AEBE-6656CF59DD38}"/>
                  </a:ext>
                </a:extLst>
              </p:cNvPr>
              <p:cNvSpPr/>
              <p:nvPr/>
            </p:nvSpPr>
            <p:spPr>
              <a:xfrm>
                <a:off x="2890415" y="2074783"/>
                <a:ext cx="1259162" cy="27084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7000" b="0" cap="none" spc="0" dirty="0">
                    <a:ln w="0"/>
                    <a:solidFill>
                      <a:srgbClr val="FF0000"/>
                    </a:solidFill>
                    <a:latin typeface="Lato Black" panose="020F0A02020204030203" pitchFamily="34" charset="0"/>
                    <a:cs typeface="Poppins ExtraBold" panose="00000900000000000000" pitchFamily="2" charset="0"/>
                  </a:rPr>
                  <a:t>2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8DD1518-47B2-4886-A9D5-98229FFF6B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rcRect l="-60122" t="55714" r="59869" b="-55714"/>
              <a:stretch/>
            </p:blipFill>
            <p:spPr>
              <a:xfrm>
                <a:off x="1980022" y="2228671"/>
                <a:ext cx="812966" cy="945997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DDF958-B4F4-4810-A2C8-3C638B46D781}"/>
                  </a:ext>
                </a:extLst>
              </p:cNvPr>
              <p:cNvSpPr/>
              <p:nvPr/>
            </p:nvSpPr>
            <p:spPr>
              <a:xfrm>
                <a:off x="1989258" y="1606857"/>
                <a:ext cx="1259162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4000" b="0" cap="none" spc="0" dirty="0">
                    <a:ln w="0"/>
                    <a:solidFill>
                      <a:srgbClr val="FF0000"/>
                    </a:solidFill>
                    <a:latin typeface="Lato Black" panose="020F0A02020204030203" pitchFamily="34" charset="0"/>
                    <a:cs typeface="Poppins ExtraBold" panose="00000900000000000000" pitchFamily="2" charset="0"/>
                  </a:rPr>
                  <a:t>2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C0EE2D-6AC1-4265-98F9-E1C2BB4246F7}"/>
                </a:ext>
              </a:extLst>
            </p:cNvPr>
            <p:cNvGrpSpPr/>
            <p:nvPr/>
          </p:nvGrpSpPr>
          <p:grpSpPr>
            <a:xfrm rot="645451">
              <a:off x="5047533" y="2113888"/>
              <a:ext cx="3250227" cy="3668656"/>
              <a:chOff x="5975029" y="1594672"/>
              <a:chExt cx="3250227" cy="3668656"/>
            </a:xfrm>
            <a:no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9F936B9-0D8A-436A-ABA7-4CA92F0F2D9F}"/>
                  </a:ext>
                </a:extLst>
              </p:cNvPr>
              <p:cNvGrpSpPr/>
              <p:nvPr/>
            </p:nvGrpSpPr>
            <p:grpSpPr>
              <a:xfrm>
                <a:off x="5975029" y="1594672"/>
                <a:ext cx="3250227" cy="3622090"/>
                <a:chOff x="6899910" y="1606858"/>
                <a:chExt cx="3250227" cy="3622090"/>
              </a:xfrm>
              <a:grpFill/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C3BB421E-7E9C-4074-8B84-734D55895044}"/>
                    </a:ext>
                  </a:extLst>
                </p:cNvPr>
                <p:cNvSpPr/>
                <p:nvPr/>
              </p:nvSpPr>
              <p:spPr>
                <a:xfrm>
                  <a:off x="7281975" y="1606858"/>
                  <a:ext cx="2423604" cy="3622090"/>
                </a:xfrm>
                <a:prstGeom prst="roundRect">
                  <a:avLst>
                    <a:gd name="adj" fmla="val 4213"/>
                  </a:avLst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2A36542-D6AB-4292-845E-A8064B82AF15}"/>
                    </a:ext>
                  </a:extLst>
                </p:cNvPr>
                <p:cNvSpPr/>
                <p:nvPr/>
              </p:nvSpPr>
              <p:spPr>
                <a:xfrm>
                  <a:off x="7864196" y="2074784"/>
                  <a:ext cx="1259162" cy="2708434"/>
                </a:xfrm>
                <a:prstGeom prst="rect">
                  <a:avLst/>
                </a:prstGeom>
                <a:grp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17000" b="0" cap="none" spc="0" dirty="0">
                      <a:ln w="0"/>
                      <a:latin typeface="Lato Black" panose="020F0A02020204030203" pitchFamily="34" charset="0"/>
                      <a:cs typeface="Poppins ExtraBold" panose="00000900000000000000" pitchFamily="2" charset="0"/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F727C35-F82C-4191-86AE-2BEC4E22B968}"/>
                    </a:ext>
                  </a:extLst>
                </p:cNvPr>
                <p:cNvSpPr/>
                <p:nvPr/>
              </p:nvSpPr>
              <p:spPr>
                <a:xfrm>
                  <a:off x="6963039" y="1606858"/>
                  <a:ext cx="1259162" cy="707886"/>
                </a:xfrm>
                <a:prstGeom prst="rect">
                  <a:avLst/>
                </a:prstGeom>
                <a:grp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4000" b="0" cap="none" spc="0" dirty="0">
                      <a:ln w="0"/>
                      <a:latin typeface="Lato Black" panose="020F0A02020204030203" pitchFamily="34" charset="0"/>
                      <a:cs typeface="Poppins ExtraBold" panose="00000900000000000000" pitchFamily="2" charset="0"/>
                    </a:rPr>
                    <a:t>6</a:t>
                  </a:r>
                </a:p>
              </p:txBody>
            </p:sp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E180C644-EBCE-4B4E-8320-B30C4E6A3B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  <a:srcRect l="-62082" t="-51602" r="62082" b="51602"/>
                <a:stretch/>
              </p:blipFill>
              <p:spPr>
                <a:xfrm>
                  <a:off x="6899910" y="1719202"/>
                  <a:ext cx="875648" cy="1018937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D3131686-CBF9-4A54-BE10-8789399A59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  <a:srcRect l="-62082" t="-51602" r="62082" b="51602"/>
                <a:stretch/>
              </p:blipFill>
              <p:spPr>
                <a:xfrm rot="10800000">
                  <a:off x="9274489" y="4152397"/>
                  <a:ext cx="875648" cy="1018937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F1BC96-26D0-4FDC-9E46-DEC0040F8BE0}"/>
                  </a:ext>
                </a:extLst>
              </p:cNvPr>
              <p:cNvSpPr/>
              <p:nvPr/>
            </p:nvSpPr>
            <p:spPr>
              <a:xfrm rot="10800000">
                <a:off x="7903601" y="4555442"/>
                <a:ext cx="1259162" cy="707886"/>
              </a:xfrm>
              <a:prstGeom prst="rect">
                <a:avLst/>
              </a:prstGeom>
              <a:grp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4000" b="0" cap="none" spc="0" dirty="0">
                    <a:ln w="0"/>
                    <a:latin typeface="Lato Black" panose="020F0A02020204030203" pitchFamily="34" charset="0"/>
                    <a:cs typeface="Poppins ExtraBold" panose="00000900000000000000" pitchFamily="2" charset="0"/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615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 Black</vt:lpstr>
      <vt:lpstr>Poppins ExtraBold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Danito</dc:creator>
  <cp:lastModifiedBy>Danito</cp:lastModifiedBy>
  <cp:revision>3</cp:revision>
  <dcterms:created xsi:type="dcterms:W3CDTF">2025-10-04T04:25:31Z</dcterms:created>
  <dcterms:modified xsi:type="dcterms:W3CDTF">2025-10-04T05:58:05Z</dcterms:modified>
</cp:coreProperties>
</file>